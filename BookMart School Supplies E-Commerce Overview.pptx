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ading Now 71-78" charset="1" panose="00000000000000000000"/>
      <p:regular r:id="rId13"/>
    </p:embeddedFont>
    <p:embeddedFont>
      <p:font typeface="TT Firs Neue" charset="1" panose="02000503030000020004"/>
      <p:regular r:id="rId14"/>
    </p:embeddedFont>
    <p:embeddedFont>
      <p:font typeface="TT Firs Neue Bold" charset="1" panose="02000803030000020004"/>
      <p:regular r:id="rId15"/>
    </p:embeddedFont>
    <p:embeddedFont>
      <p:font typeface="Poppins Medium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03262" y="1848942"/>
            <a:ext cx="5584277" cy="6589117"/>
          </a:xfrm>
          <a:custGeom>
            <a:avLst/>
            <a:gdLst/>
            <a:ahLst/>
            <a:cxnLst/>
            <a:rect r="r" b="b" t="t" l="l"/>
            <a:pathLst>
              <a:path h="6589117" w="5584277">
                <a:moveTo>
                  <a:pt x="0" y="0"/>
                </a:moveTo>
                <a:lnTo>
                  <a:pt x="5584276" y="0"/>
                </a:lnTo>
                <a:lnTo>
                  <a:pt x="5584276" y="6589116"/>
                </a:lnTo>
                <a:lnTo>
                  <a:pt x="0" y="658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371504">
            <a:off x="14780505" y="-623840"/>
            <a:ext cx="4957590" cy="4114800"/>
          </a:xfrm>
          <a:custGeom>
            <a:avLst/>
            <a:gdLst/>
            <a:ahLst/>
            <a:cxnLst/>
            <a:rect r="r" b="b" t="t" l="l"/>
            <a:pathLst>
              <a:path h="4114800" w="4957590">
                <a:moveTo>
                  <a:pt x="0" y="0"/>
                </a:moveTo>
                <a:lnTo>
                  <a:pt x="4957590" y="0"/>
                </a:lnTo>
                <a:lnTo>
                  <a:pt x="49575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9517" y="780872"/>
            <a:ext cx="6764504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BookMart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9517" y="2247107"/>
            <a:ext cx="8132030" cy="678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Sch</a:t>
            </a: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ool Supplies -E-Commerce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 modern e-commerce platform for buying school supplies and stationery.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Built with: React 19 • Vite •Bootstrap 5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Team Leader : Mahmoud Fathy Samir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Team Members: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Abdelrahman Mohamed Ibrahim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Omar Abdelraouf Ahmed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995" spc="-16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Seif Eldin Mostafa Mahdy Mohamed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1541" y="1028700"/>
            <a:ext cx="7342383" cy="8273108"/>
          </a:xfrm>
          <a:custGeom>
            <a:avLst/>
            <a:gdLst/>
            <a:ahLst/>
            <a:cxnLst/>
            <a:rect r="r" b="b" t="t" l="l"/>
            <a:pathLst>
              <a:path h="8273108" w="7342383">
                <a:moveTo>
                  <a:pt x="0" y="0"/>
                </a:moveTo>
                <a:lnTo>
                  <a:pt x="7342383" y="0"/>
                </a:lnTo>
                <a:lnTo>
                  <a:pt x="7342383" y="8273108"/>
                </a:lnTo>
                <a:lnTo>
                  <a:pt x="0" y="8273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164" y="2078672"/>
            <a:ext cx="580662" cy="580662"/>
          </a:xfrm>
          <a:custGeom>
            <a:avLst/>
            <a:gdLst/>
            <a:ahLst/>
            <a:cxnLst/>
            <a:rect r="r" b="b" t="t" l="l"/>
            <a:pathLst>
              <a:path h="580662" w="580662">
                <a:moveTo>
                  <a:pt x="0" y="0"/>
                </a:moveTo>
                <a:lnTo>
                  <a:pt x="580662" y="0"/>
                </a:lnTo>
                <a:lnTo>
                  <a:pt x="580662" y="580662"/>
                </a:lnTo>
                <a:lnTo>
                  <a:pt x="0" y="58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7164" y="3861039"/>
            <a:ext cx="580662" cy="580662"/>
          </a:xfrm>
          <a:custGeom>
            <a:avLst/>
            <a:gdLst/>
            <a:ahLst/>
            <a:cxnLst/>
            <a:rect r="r" b="b" t="t" l="l"/>
            <a:pathLst>
              <a:path h="580662" w="580662">
                <a:moveTo>
                  <a:pt x="0" y="0"/>
                </a:moveTo>
                <a:lnTo>
                  <a:pt x="580662" y="0"/>
                </a:lnTo>
                <a:lnTo>
                  <a:pt x="580662" y="580662"/>
                </a:lnTo>
                <a:lnTo>
                  <a:pt x="0" y="58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7164" y="5037677"/>
            <a:ext cx="580662" cy="580662"/>
          </a:xfrm>
          <a:custGeom>
            <a:avLst/>
            <a:gdLst/>
            <a:ahLst/>
            <a:cxnLst/>
            <a:rect r="r" b="b" t="t" l="l"/>
            <a:pathLst>
              <a:path h="580662" w="580662">
                <a:moveTo>
                  <a:pt x="0" y="0"/>
                </a:moveTo>
                <a:lnTo>
                  <a:pt x="580662" y="0"/>
                </a:lnTo>
                <a:lnTo>
                  <a:pt x="580662" y="580662"/>
                </a:lnTo>
                <a:lnTo>
                  <a:pt x="0" y="58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46754" y="2416767"/>
            <a:ext cx="5685481" cy="7294163"/>
          </a:xfrm>
          <a:custGeom>
            <a:avLst/>
            <a:gdLst/>
            <a:ahLst/>
            <a:cxnLst/>
            <a:rect r="r" b="b" t="t" l="l"/>
            <a:pathLst>
              <a:path h="7294163" w="5685481">
                <a:moveTo>
                  <a:pt x="0" y="0"/>
                </a:moveTo>
                <a:lnTo>
                  <a:pt x="5685480" y="0"/>
                </a:lnTo>
                <a:lnTo>
                  <a:pt x="5685480" y="7294163"/>
                </a:lnTo>
                <a:lnTo>
                  <a:pt x="0" y="729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1913265">
            <a:off x="13654661" y="-328527"/>
            <a:ext cx="6096000" cy="4114800"/>
          </a:xfrm>
          <a:custGeom>
            <a:avLst/>
            <a:gdLst/>
            <a:ahLst/>
            <a:cxnLst/>
            <a:rect r="r" b="b" t="t" l="l"/>
            <a:pathLst>
              <a:path h="4114800" w="6096000">
                <a:moveTo>
                  <a:pt x="0" y="4114800"/>
                </a:moveTo>
                <a:lnTo>
                  <a:pt x="6096000" y="4114800"/>
                </a:lnTo>
                <a:lnTo>
                  <a:pt x="60960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0" y="1908561"/>
            <a:ext cx="6658648" cy="88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56"/>
              </a:lnSpc>
            </a:pPr>
            <a:r>
              <a:rPr lang="en-US" sz="5656" spc="-311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What is BookMart?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1753" y="2776129"/>
            <a:ext cx="428196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Browse products by category with fast search and filtering to find exactly what you need.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1753" y="4422651"/>
            <a:ext cx="40624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 smooth shopping journey with cart, favorites, and product management tools for Admins.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1753" y="5805086"/>
            <a:ext cx="428196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Full bilingual support with RTL layout for Arabic, making the platform accessible to all users.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1753" y="2200229"/>
            <a:ext cx="4626577" cy="3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Easy Browsing &amp; Search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01753" y="3849494"/>
            <a:ext cx="4062450" cy="3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Simple Shopping Experience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1753" y="5127154"/>
            <a:ext cx="5257073" cy="3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English &amp; Arabic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01753" y="6797172"/>
            <a:ext cx="5257073" cy="3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8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Product ma</a:t>
            </a:r>
            <a:r>
              <a:rPr lang="en-US" b="true" sz="2184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nagement for Admins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77164" y="6707695"/>
            <a:ext cx="580662" cy="580662"/>
          </a:xfrm>
          <a:custGeom>
            <a:avLst/>
            <a:gdLst/>
            <a:ahLst/>
            <a:cxnLst/>
            <a:rect r="r" b="b" t="t" l="l"/>
            <a:pathLst>
              <a:path h="580662" w="580662">
                <a:moveTo>
                  <a:pt x="0" y="0"/>
                </a:moveTo>
                <a:lnTo>
                  <a:pt x="580662" y="0"/>
                </a:lnTo>
                <a:lnTo>
                  <a:pt x="580662" y="580662"/>
                </a:lnTo>
                <a:lnTo>
                  <a:pt x="0" y="58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75899" y="2426751"/>
            <a:ext cx="762920" cy="715237"/>
          </a:xfrm>
          <a:custGeom>
            <a:avLst/>
            <a:gdLst/>
            <a:ahLst/>
            <a:cxnLst/>
            <a:rect r="r" b="b" t="t" l="l"/>
            <a:pathLst>
              <a:path h="715237" w="762920">
                <a:moveTo>
                  <a:pt x="0" y="0"/>
                </a:moveTo>
                <a:lnTo>
                  <a:pt x="762920" y="0"/>
                </a:lnTo>
                <a:lnTo>
                  <a:pt x="762920" y="715237"/>
                </a:lnTo>
                <a:lnTo>
                  <a:pt x="0" y="715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2967" y="4000606"/>
            <a:ext cx="785851" cy="703337"/>
          </a:xfrm>
          <a:custGeom>
            <a:avLst/>
            <a:gdLst/>
            <a:ahLst/>
            <a:cxnLst/>
            <a:rect r="r" b="b" t="t" l="l"/>
            <a:pathLst>
              <a:path h="703337" w="785851">
                <a:moveTo>
                  <a:pt x="0" y="0"/>
                </a:moveTo>
                <a:lnTo>
                  <a:pt x="785852" y="0"/>
                </a:lnTo>
                <a:lnTo>
                  <a:pt x="785852" y="703337"/>
                </a:lnTo>
                <a:lnTo>
                  <a:pt x="0" y="70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975899" y="5540481"/>
            <a:ext cx="774150" cy="693187"/>
          </a:xfrm>
          <a:custGeom>
            <a:avLst/>
            <a:gdLst/>
            <a:ahLst/>
            <a:cxnLst/>
            <a:rect r="r" b="b" t="t" l="l"/>
            <a:pathLst>
              <a:path h="693187" w="774150">
                <a:moveTo>
                  <a:pt x="0" y="0"/>
                </a:moveTo>
                <a:lnTo>
                  <a:pt x="774151" y="0"/>
                </a:lnTo>
                <a:lnTo>
                  <a:pt x="774151" y="693187"/>
                </a:lnTo>
                <a:lnTo>
                  <a:pt x="0" y="6931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998680" y="7157180"/>
            <a:ext cx="751369" cy="672475"/>
          </a:xfrm>
          <a:custGeom>
            <a:avLst/>
            <a:gdLst/>
            <a:ahLst/>
            <a:cxnLst/>
            <a:rect r="r" b="b" t="t" l="l"/>
            <a:pathLst>
              <a:path h="672475" w="751369">
                <a:moveTo>
                  <a:pt x="0" y="0"/>
                </a:moveTo>
                <a:lnTo>
                  <a:pt x="751370" y="0"/>
                </a:lnTo>
                <a:lnTo>
                  <a:pt x="751370" y="672476"/>
                </a:lnTo>
                <a:lnTo>
                  <a:pt x="0" y="672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158991" y="4002200"/>
            <a:ext cx="3784035" cy="4859114"/>
          </a:xfrm>
          <a:custGeom>
            <a:avLst/>
            <a:gdLst/>
            <a:ahLst/>
            <a:cxnLst/>
            <a:rect r="r" b="b" t="t" l="l"/>
            <a:pathLst>
              <a:path h="4859114" w="3784035">
                <a:moveTo>
                  <a:pt x="0" y="0"/>
                </a:moveTo>
                <a:lnTo>
                  <a:pt x="3784036" y="0"/>
                </a:lnTo>
                <a:lnTo>
                  <a:pt x="3784036" y="4859114"/>
                </a:lnTo>
                <a:lnTo>
                  <a:pt x="0" y="4859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73861" y="-2720123"/>
            <a:ext cx="4370878" cy="6123822"/>
          </a:xfrm>
          <a:custGeom>
            <a:avLst/>
            <a:gdLst/>
            <a:ahLst/>
            <a:cxnLst/>
            <a:rect r="r" b="b" t="t" l="l"/>
            <a:pathLst>
              <a:path h="6123822" w="4370878">
                <a:moveTo>
                  <a:pt x="0" y="0"/>
                </a:moveTo>
                <a:lnTo>
                  <a:pt x="4370878" y="0"/>
                </a:lnTo>
                <a:lnTo>
                  <a:pt x="4370878" y="6123821"/>
                </a:lnTo>
                <a:lnTo>
                  <a:pt x="0" y="61238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57833" y="2345153"/>
            <a:ext cx="6658648" cy="105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5046" y="2243032"/>
            <a:ext cx="3924084" cy="101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</a:pPr>
            <a:r>
              <a:rPr lang="en-US" b="true" sz="196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Shopping: Products &amp; Categories, Search &amp; Filtering, Cart &amp; Favorites, Sale Prices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5046" y="3962506"/>
            <a:ext cx="4786867" cy="67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</a:pPr>
            <a:r>
              <a:rPr lang="en-US" b="true" sz="196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User Roles: Guest, Customer, and Admin with dedicated permissions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5046" y="5502381"/>
            <a:ext cx="4786867" cy="67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</a:pPr>
            <a:r>
              <a:rPr lang="en-US" b="true" sz="196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Language Support: English &amp; Arabic with full RTL layout support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5046" y="7137506"/>
            <a:ext cx="4421844" cy="67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</a:pPr>
            <a:r>
              <a:rPr lang="en-US" b="true" sz="196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UI Experience: Dark/Light Mode and fully Responsive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806" y="1168949"/>
            <a:ext cx="9519883" cy="7949103"/>
          </a:xfrm>
          <a:custGeom>
            <a:avLst/>
            <a:gdLst/>
            <a:ahLst/>
            <a:cxnLst/>
            <a:rect r="r" b="b" t="t" l="l"/>
            <a:pathLst>
              <a:path h="7949103" w="9519883">
                <a:moveTo>
                  <a:pt x="0" y="0"/>
                </a:moveTo>
                <a:lnTo>
                  <a:pt x="9519884" y="0"/>
                </a:lnTo>
                <a:lnTo>
                  <a:pt x="9519884" y="7949102"/>
                </a:lnTo>
                <a:lnTo>
                  <a:pt x="0" y="7949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520" y="4965058"/>
            <a:ext cx="693078" cy="693078"/>
          </a:xfrm>
          <a:custGeom>
            <a:avLst/>
            <a:gdLst/>
            <a:ahLst/>
            <a:cxnLst/>
            <a:rect r="r" b="b" t="t" l="l"/>
            <a:pathLst>
              <a:path h="693078" w="693078">
                <a:moveTo>
                  <a:pt x="0" y="0"/>
                </a:moveTo>
                <a:lnTo>
                  <a:pt x="693078" y="0"/>
                </a:lnTo>
                <a:lnTo>
                  <a:pt x="693078" y="693078"/>
                </a:lnTo>
                <a:lnTo>
                  <a:pt x="0" y="693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0520" y="6767949"/>
            <a:ext cx="693078" cy="693078"/>
          </a:xfrm>
          <a:custGeom>
            <a:avLst/>
            <a:gdLst/>
            <a:ahLst/>
            <a:cxnLst/>
            <a:rect r="r" b="b" t="t" l="l"/>
            <a:pathLst>
              <a:path h="693078" w="693078">
                <a:moveTo>
                  <a:pt x="0" y="0"/>
                </a:moveTo>
                <a:lnTo>
                  <a:pt x="693078" y="0"/>
                </a:lnTo>
                <a:lnTo>
                  <a:pt x="693078" y="693078"/>
                </a:lnTo>
                <a:lnTo>
                  <a:pt x="0" y="693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47253" y="2814613"/>
            <a:ext cx="6625764" cy="4770550"/>
          </a:xfrm>
          <a:custGeom>
            <a:avLst/>
            <a:gdLst/>
            <a:ahLst/>
            <a:cxnLst/>
            <a:rect r="r" b="b" t="t" l="l"/>
            <a:pathLst>
              <a:path h="4770550" w="6625764">
                <a:moveTo>
                  <a:pt x="0" y="0"/>
                </a:moveTo>
                <a:lnTo>
                  <a:pt x="6625764" y="0"/>
                </a:lnTo>
                <a:lnTo>
                  <a:pt x="6625764" y="4770550"/>
                </a:lnTo>
                <a:lnTo>
                  <a:pt x="0" y="4770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5403" y="-1363841"/>
            <a:ext cx="5207794" cy="6172200"/>
          </a:xfrm>
          <a:custGeom>
            <a:avLst/>
            <a:gdLst/>
            <a:ahLst/>
            <a:cxnLst/>
            <a:rect r="r" b="b" t="t" l="l"/>
            <a:pathLst>
              <a:path h="6172200" w="5207794">
                <a:moveTo>
                  <a:pt x="0" y="0"/>
                </a:moveTo>
                <a:lnTo>
                  <a:pt x="5207794" y="0"/>
                </a:lnTo>
                <a:lnTo>
                  <a:pt x="5207794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0520" y="1982609"/>
            <a:ext cx="6658648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Admin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1717" y="4779784"/>
            <a:ext cx="5388391" cy="124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b="true" sz="1799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Admins manage the store through a dedicated dashboard with full CRUD operations — Add, Edit, and Delete products, and manage inventory with ease.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1717" y="6530752"/>
            <a:ext cx="5388391" cy="92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b="true" sz="1799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View store statistics, control all product listings, and oversee categories and stock levels from one centralized admin panel.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632847"/>
            <a:ext cx="9519883" cy="7949103"/>
          </a:xfrm>
          <a:custGeom>
            <a:avLst/>
            <a:gdLst/>
            <a:ahLst/>
            <a:cxnLst/>
            <a:rect r="r" b="b" t="t" l="l"/>
            <a:pathLst>
              <a:path h="7949103" w="9519883">
                <a:moveTo>
                  <a:pt x="0" y="0"/>
                </a:moveTo>
                <a:lnTo>
                  <a:pt x="9519883" y="0"/>
                </a:lnTo>
                <a:lnTo>
                  <a:pt x="9519883" y="7949102"/>
                </a:lnTo>
                <a:lnTo>
                  <a:pt x="0" y="7949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0771" y="3863530"/>
            <a:ext cx="667151" cy="667151"/>
          </a:xfrm>
          <a:custGeom>
            <a:avLst/>
            <a:gdLst/>
            <a:ahLst/>
            <a:cxnLst/>
            <a:rect r="r" b="b" t="t" l="l"/>
            <a:pathLst>
              <a:path h="667151" w="667151">
                <a:moveTo>
                  <a:pt x="0" y="0"/>
                </a:moveTo>
                <a:lnTo>
                  <a:pt x="667151" y="0"/>
                </a:lnTo>
                <a:lnTo>
                  <a:pt x="667151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90771" y="5873628"/>
            <a:ext cx="667151" cy="667151"/>
          </a:xfrm>
          <a:custGeom>
            <a:avLst/>
            <a:gdLst/>
            <a:ahLst/>
            <a:cxnLst/>
            <a:rect r="r" b="b" t="t" l="l"/>
            <a:pathLst>
              <a:path h="667151" w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124096" y="7883726"/>
            <a:ext cx="667151" cy="667151"/>
          </a:xfrm>
          <a:custGeom>
            <a:avLst/>
            <a:gdLst/>
            <a:ahLst/>
            <a:cxnLst/>
            <a:rect r="r" b="b" t="t" l="l"/>
            <a:pathLst>
              <a:path h="667151" w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426573" y="4660255"/>
            <a:ext cx="6980049" cy="4598045"/>
            <a:chOff x="0" y="0"/>
            <a:chExt cx="1081392" cy="712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1392" cy="712358"/>
            </a:xfrm>
            <a:custGeom>
              <a:avLst/>
              <a:gdLst/>
              <a:ahLst/>
              <a:cxnLst/>
              <a:rect r="r" b="b" t="t" l="l"/>
              <a:pathLst>
                <a:path h="712358" w="1081392">
                  <a:moveTo>
                    <a:pt x="62112" y="0"/>
                  </a:moveTo>
                  <a:lnTo>
                    <a:pt x="1019280" y="0"/>
                  </a:lnTo>
                  <a:cubicBezTo>
                    <a:pt x="1035753" y="0"/>
                    <a:pt x="1051552" y="6544"/>
                    <a:pt x="1063200" y="18192"/>
                  </a:cubicBezTo>
                  <a:cubicBezTo>
                    <a:pt x="1074848" y="29841"/>
                    <a:pt x="1081392" y="45639"/>
                    <a:pt x="1081392" y="62112"/>
                  </a:cubicBezTo>
                  <a:lnTo>
                    <a:pt x="1081392" y="650245"/>
                  </a:lnTo>
                  <a:cubicBezTo>
                    <a:pt x="1081392" y="684549"/>
                    <a:pt x="1053584" y="712358"/>
                    <a:pt x="1019280" y="712358"/>
                  </a:cubicBezTo>
                  <a:lnTo>
                    <a:pt x="62112" y="712358"/>
                  </a:lnTo>
                  <a:cubicBezTo>
                    <a:pt x="27809" y="712358"/>
                    <a:pt x="0" y="684549"/>
                    <a:pt x="0" y="650245"/>
                  </a:cubicBezTo>
                  <a:lnTo>
                    <a:pt x="0" y="62112"/>
                  </a:lnTo>
                  <a:cubicBezTo>
                    <a:pt x="0" y="27809"/>
                    <a:pt x="27809" y="0"/>
                    <a:pt x="62112" y="0"/>
                  </a:cubicBezTo>
                  <a:close/>
                </a:path>
              </a:pathLst>
            </a:custGeom>
            <a:blipFill>
              <a:blip r:embed="rId6"/>
              <a:stretch>
                <a:fillRect l="-94" t="0" r="-9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007848" y="951655"/>
            <a:ext cx="2321598" cy="2231636"/>
          </a:xfrm>
          <a:custGeom>
            <a:avLst/>
            <a:gdLst/>
            <a:ahLst/>
            <a:cxnLst/>
            <a:rect r="r" b="b" t="t" l="l"/>
            <a:pathLst>
              <a:path h="2231636" w="2321598">
                <a:moveTo>
                  <a:pt x="0" y="0"/>
                </a:moveTo>
                <a:lnTo>
                  <a:pt x="2321598" y="0"/>
                </a:lnTo>
                <a:lnTo>
                  <a:pt x="2321598" y="2231636"/>
                </a:lnTo>
                <a:lnTo>
                  <a:pt x="0" y="22316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50074" y="6257323"/>
            <a:ext cx="3236542" cy="3252806"/>
          </a:xfrm>
          <a:custGeom>
            <a:avLst/>
            <a:gdLst/>
            <a:ahLst/>
            <a:cxnLst/>
            <a:rect r="r" b="b" t="t" l="l"/>
            <a:pathLst>
              <a:path h="3252806" w="3236542">
                <a:moveTo>
                  <a:pt x="0" y="0"/>
                </a:moveTo>
                <a:lnTo>
                  <a:pt x="3236542" y="0"/>
                </a:lnTo>
                <a:lnTo>
                  <a:pt x="3236542" y="3252805"/>
                </a:lnTo>
                <a:lnTo>
                  <a:pt x="0" y="325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26573" y="1660662"/>
            <a:ext cx="6320730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Gu</a:t>
            </a:r>
            <a:r>
              <a:rPr lang="en-US" sz="6795" spc="-37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 vs Customer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61333" y="1663999"/>
            <a:ext cx="4311633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BookMart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29397" y="3501380"/>
            <a:ext cx="5258798" cy="131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Browse products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Search &amp; filter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View product details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Register / Login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29397" y="5675391"/>
            <a:ext cx="5258798" cy="164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All</a:t>
            </a: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 Guest features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Add products to Cart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Manage Favorites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Manage Profile</a:t>
            </a:r>
          </a:p>
          <a:p>
            <a:pPr algn="l" marL="415676" indent="-207838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Persistent login session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29397" y="7904455"/>
            <a:ext cx="5258798" cy="64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G</a:t>
            </a: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uest → Public Pages</a:t>
            </a:r>
          </a:p>
          <a:p>
            <a:pPr algn="l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Customer → Public + Protected Pages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73150" y="2825802"/>
            <a:ext cx="1601515" cy="63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</a:t>
            </a: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uest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64445" y="4901770"/>
            <a:ext cx="2393776" cy="63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</a:t>
            </a: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ustomer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64445" y="7294252"/>
            <a:ext cx="3709045" cy="63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Acce</a:t>
            </a:r>
            <a:r>
              <a:rPr lang="en-US" b="true" sz="372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ss Control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6206" y="-322828"/>
            <a:ext cx="6850998" cy="6696850"/>
          </a:xfrm>
          <a:custGeom>
            <a:avLst/>
            <a:gdLst/>
            <a:ahLst/>
            <a:cxnLst/>
            <a:rect r="r" b="b" t="t" l="l"/>
            <a:pathLst>
              <a:path h="6696850" w="6850998">
                <a:moveTo>
                  <a:pt x="0" y="0"/>
                </a:moveTo>
                <a:lnTo>
                  <a:pt x="6850997" y="0"/>
                </a:lnTo>
                <a:lnTo>
                  <a:pt x="6850997" y="6696850"/>
                </a:lnTo>
                <a:lnTo>
                  <a:pt x="0" y="669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65318" y="-362960"/>
            <a:ext cx="7113447" cy="3967426"/>
            <a:chOff x="0" y="0"/>
            <a:chExt cx="1102059" cy="6146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059" cy="614658"/>
            </a:xfrm>
            <a:custGeom>
              <a:avLst/>
              <a:gdLst/>
              <a:ahLst/>
              <a:cxnLst/>
              <a:rect r="r" b="b" t="t" l="l"/>
              <a:pathLst>
                <a:path h="614658" w="1102059">
                  <a:moveTo>
                    <a:pt x="38092" y="0"/>
                  </a:moveTo>
                  <a:lnTo>
                    <a:pt x="1063967" y="0"/>
                  </a:lnTo>
                  <a:cubicBezTo>
                    <a:pt x="1085005" y="0"/>
                    <a:pt x="1102059" y="17054"/>
                    <a:pt x="1102059" y="38092"/>
                  </a:cubicBezTo>
                  <a:lnTo>
                    <a:pt x="1102059" y="576566"/>
                  </a:lnTo>
                  <a:cubicBezTo>
                    <a:pt x="1102059" y="586668"/>
                    <a:pt x="1098046" y="596357"/>
                    <a:pt x="1090902" y="603501"/>
                  </a:cubicBezTo>
                  <a:cubicBezTo>
                    <a:pt x="1083758" y="610645"/>
                    <a:pt x="1074070" y="614658"/>
                    <a:pt x="1063967" y="614658"/>
                  </a:cubicBezTo>
                  <a:lnTo>
                    <a:pt x="38092" y="614658"/>
                  </a:lnTo>
                  <a:cubicBezTo>
                    <a:pt x="27990" y="614658"/>
                    <a:pt x="18301" y="610645"/>
                    <a:pt x="11157" y="603501"/>
                  </a:cubicBezTo>
                  <a:cubicBezTo>
                    <a:pt x="4013" y="596357"/>
                    <a:pt x="0" y="586668"/>
                    <a:pt x="0" y="576566"/>
                  </a:cubicBezTo>
                  <a:lnTo>
                    <a:pt x="0" y="38092"/>
                  </a:lnTo>
                  <a:cubicBezTo>
                    <a:pt x="0" y="27990"/>
                    <a:pt x="4013" y="18301"/>
                    <a:pt x="11157" y="11157"/>
                  </a:cubicBezTo>
                  <a:cubicBezTo>
                    <a:pt x="18301" y="4013"/>
                    <a:pt x="27990" y="0"/>
                    <a:pt x="38092" y="0"/>
                  </a:cubicBezTo>
                  <a:close/>
                </a:path>
              </a:pathLst>
            </a:custGeom>
            <a:blipFill>
              <a:blip r:embed="rId4"/>
              <a:stretch>
                <a:fillRect l="-21" t="0" r="-2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667713" y="5143500"/>
            <a:ext cx="4022104" cy="3555390"/>
          </a:xfrm>
          <a:custGeom>
            <a:avLst/>
            <a:gdLst/>
            <a:ahLst/>
            <a:cxnLst/>
            <a:rect r="r" b="b" t="t" l="l"/>
            <a:pathLst>
              <a:path h="3555390" w="4022104">
                <a:moveTo>
                  <a:pt x="0" y="0"/>
                </a:moveTo>
                <a:lnTo>
                  <a:pt x="4022104" y="0"/>
                </a:lnTo>
                <a:lnTo>
                  <a:pt x="4022104" y="3555390"/>
                </a:lnTo>
                <a:lnTo>
                  <a:pt x="0" y="3555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984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86614" y="272888"/>
            <a:ext cx="7143019" cy="5738405"/>
            <a:chOff x="0" y="0"/>
            <a:chExt cx="1106640" cy="889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640" cy="889029"/>
            </a:xfrm>
            <a:custGeom>
              <a:avLst/>
              <a:gdLst/>
              <a:ahLst/>
              <a:cxnLst/>
              <a:rect r="r" b="b" t="t" l="l"/>
              <a:pathLst>
                <a:path h="889029" w="1106640">
                  <a:moveTo>
                    <a:pt x="37935" y="0"/>
                  </a:moveTo>
                  <a:lnTo>
                    <a:pt x="1068706" y="0"/>
                  </a:lnTo>
                  <a:cubicBezTo>
                    <a:pt x="1089657" y="0"/>
                    <a:pt x="1106640" y="16984"/>
                    <a:pt x="1106640" y="37935"/>
                  </a:cubicBezTo>
                  <a:lnTo>
                    <a:pt x="1106640" y="851095"/>
                  </a:lnTo>
                  <a:cubicBezTo>
                    <a:pt x="1106640" y="872045"/>
                    <a:pt x="1089657" y="889029"/>
                    <a:pt x="1068706" y="889029"/>
                  </a:cubicBezTo>
                  <a:lnTo>
                    <a:pt x="37935" y="889029"/>
                  </a:lnTo>
                  <a:cubicBezTo>
                    <a:pt x="16984" y="889029"/>
                    <a:pt x="0" y="872045"/>
                    <a:pt x="0" y="851095"/>
                  </a:cubicBezTo>
                  <a:lnTo>
                    <a:pt x="0" y="37935"/>
                  </a:lnTo>
                  <a:cubicBezTo>
                    <a:pt x="0" y="16984"/>
                    <a:pt x="16984" y="0"/>
                    <a:pt x="3793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02" r="0" b="-10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2295" y="4095619"/>
            <a:ext cx="5828741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Technology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2295" y="6326926"/>
            <a:ext cx="4102496" cy="174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React 19 + Vite + Bootstrap 5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React Router + Context API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LocalStorage + JSON Data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React UI → API Service → Local Database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1068201" y="6196484"/>
            <a:ext cx="340226" cy="340226"/>
          </a:xfrm>
          <a:custGeom>
            <a:avLst/>
            <a:gdLst/>
            <a:ahLst/>
            <a:cxnLst/>
            <a:rect r="r" b="b" t="t" l="l"/>
            <a:pathLst>
              <a:path h="340226" w="340226">
                <a:moveTo>
                  <a:pt x="0" y="0"/>
                </a:moveTo>
                <a:lnTo>
                  <a:pt x="340226" y="0"/>
                </a:lnTo>
                <a:lnTo>
                  <a:pt x="340226" y="340226"/>
                </a:lnTo>
                <a:lnTo>
                  <a:pt x="0" y="340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1088983" y="5590167"/>
            <a:ext cx="319444" cy="319844"/>
          </a:xfrm>
          <a:custGeom>
            <a:avLst/>
            <a:gdLst/>
            <a:ahLst/>
            <a:cxnLst/>
            <a:rect r="r" b="b" t="t" l="l"/>
            <a:pathLst>
              <a:path h="319844" w="319444">
                <a:moveTo>
                  <a:pt x="0" y="0"/>
                </a:moveTo>
                <a:lnTo>
                  <a:pt x="319444" y="0"/>
                </a:lnTo>
                <a:lnTo>
                  <a:pt x="319444" y="319844"/>
                </a:lnTo>
                <a:lnTo>
                  <a:pt x="0" y="319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8983" y="6868494"/>
            <a:ext cx="308906" cy="329940"/>
          </a:xfrm>
          <a:custGeom>
            <a:avLst/>
            <a:gdLst/>
            <a:ahLst/>
            <a:cxnLst/>
            <a:rect r="r" b="b" t="t" l="l"/>
            <a:pathLst>
              <a:path h="329940" w="308906">
                <a:moveTo>
                  <a:pt x="0" y="0"/>
                </a:moveTo>
                <a:lnTo>
                  <a:pt x="308906" y="0"/>
                </a:lnTo>
                <a:lnTo>
                  <a:pt x="308906" y="329940"/>
                </a:lnTo>
                <a:lnTo>
                  <a:pt x="0" y="329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967552" y="1981778"/>
            <a:ext cx="7176448" cy="2976830"/>
            <a:chOff x="0" y="0"/>
            <a:chExt cx="1216208" cy="504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208" cy="504490"/>
            </a:xfrm>
            <a:custGeom>
              <a:avLst/>
              <a:gdLst/>
              <a:ahLst/>
              <a:cxnLst/>
              <a:rect r="r" b="b" t="t" l="l"/>
              <a:pathLst>
                <a:path h="504490" w="1216208">
                  <a:moveTo>
                    <a:pt x="47467" y="0"/>
                  </a:moveTo>
                  <a:lnTo>
                    <a:pt x="1168741" y="0"/>
                  </a:lnTo>
                  <a:cubicBezTo>
                    <a:pt x="1194956" y="0"/>
                    <a:pt x="1216208" y="21252"/>
                    <a:pt x="1216208" y="47467"/>
                  </a:cubicBezTo>
                  <a:lnTo>
                    <a:pt x="1216208" y="457023"/>
                  </a:lnTo>
                  <a:cubicBezTo>
                    <a:pt x="1216208" y="469612"/>
                    <a:pt x="1211207" y="481685"/>
                    <a:pt x="1202305" y="490587"/>
                  </a:cubicBezTo>
                  <a:cubicBezTo>
                    <a:pt x="1193403" y="499489"/>
                    <a:pt x="1181330" y="504490"/>
                    <a:pt x="1168741" y="504490"/>
                  </a:cubicBezTo>
                  <a:lnTo>
                    <a:pt x="47467" y="504490"/>
                  </a:lnTo>
                  <a:cubicBezTo>
                    <a:pt x="21252" y="504490"/>
                    <a:pt x="0" y="483238"/>
                    <a:pt x="0" y="457023"/>
                  </a:cubicBezTo>
                  <a:lnTo>
                    <a:pt x="0" y="47467"/>
                  </a:lnTo>
                  <a:cubicBezTo>
                    <a:pt x="0" y="21252"/>
                    <a:pt x="21252" y="0"/>
                    <a:pt x="47467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626" r="0" b="-62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67552" y="5328392"/>
            <a:ext cx="7176448" cy="2976830"/>
            <a:chOff x="0" y="0"/>
            <a:chExt cx="1216208" cy="5044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6208" cy="504490"/>
            </a:xfrm>
            <a:custGeom>
              <a:avLst/>
              <a:gdLst/>
              <a:ahLst/>
              <a:cxnLst/>
              <a:rect r="r" b="b" t="t" l="l"/>
              <a:pathLst>
                <a:path h="504490" w="1216208">
                  <a:moveTo>
                    <a:pt x="47467" y="0"/>
                  </a:moveTo>
                  <a:lnTo>
                    <a:pt x="1168741" y="0"/>
                  </a:lnTo>
                  <a:cubicBezTo>
                    <a:pt x="1194956" y="0"/>
                    <a:pt x="1216208" y="21252"/>
                    <a:pt x="1216208" y="47467"/>
                  </a:cubicBezTo>
                  <a:lnTo>
                    <a:pt x="1216208" y="457023"/>
                  </a:lnTo>
                  <a:cubicBezTo>
                    <a:pt x="1216208" y="469612"/>
                    <a:pt x="1211207" y="481685"/>
                    <a:pt x="1202305" y="490587"/>
                  </a:cubicBezTo>
                  <a:cubicBezTo>
                    <a:pt x="1193403" y="499489"/>
                    <a:pt x="1181330" y="504490"/>
                    <a:pt x="1168741" y="504490"/>
                  </a:cubicBezTo>
                  <a:lnTo>
                    <a:pt x="47467" y="504490"/>
                  </a:lnTo>
                  <a:cubicBezTo>
                    <a:pt x="21252" y="504490"/>
                    <a:pt x="0" y="483238"/>
                    <a:pt x="0" y="457023"/>
                  </a:cubicBezTo>
                  <a:lnTo>
                    <a:pt x="0" y="47467"/>
                  </a:lnTo>
                  <a:cubicBezTo>
                    <a:pt x="0" y="21252"/>
                    <a:pt x="21252" y="0"/>
                    <a:pt x="47467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626" r="0" b="-626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896857" y="7115732"/>
            <a:ext cx="2403747" cy="2088255"/>
          </a:xfrm>
          <a:custGeom>
            <a:avLst/>
            <a:gdLst/>
            <a:ahLst/>
            <a:cxnLst/>
            <a:rect r="r" b="b" t="t" l="l"/>
            <a:pathLst>
              <a:path h="2088255" w="2403747">
                <a:moveTo>
                  <a:pt x="0" y="0"/>
                </a:moveTo>
                <a:lnTo>
                  <a:pt x="2403747" y="0"/>
                </a:lnTo>
                <a:lnTo>
                  <a:pt x="2403747" y="2088255"/>
                </a:lnTo>
                <a:lnTo>
                  <a:pt x="0" y="20882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29911" y="9782950"/>
            <a:ext cx="18747821" cy="837445"/>
          </a:xfrm>
          <a:custGeom>
            <a:avLst/>
            <a:gdLst/>
            <a:ahLst/>
            <a:cxnLst/>
            <a:rect r="r" b="b" t="t" l="l"/>
            <a:pathLst>
              <a:path h="837445" w="18747821">
                <a:moveTo>
                  <a:pt x="0" y="0"/>
                </a:moveTo>
                <a:lnTo>
                  <a:pt x="18747822" y="0"/>
                </a:lnTo>
                <a:lnTo>
                  <a:pt x="18747822" y="837445"/>
                </a:lnTo>
                <a:lnTo>
                  <a:pt x="0" y="837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-102774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235826">
            <a:off x="15978045" y="1623025"/>
            <a:ext cx="2828925" cy="4114800"/>
          </a:xfrm>
          <a:custGeom>
            <a:avLst/>
            <a:gdLst/>
            <a:ahLst/>
            <a:cxnLst/>
            <a:rect r="r" b="b" t="t" l="l"/>
            <a:pathLst>
              <a:path h="4114800" w="2828925">
                <a:moveTo>
                  <a:pt x="0" y="0"/>
                </a:moveTo>
                <a:lnTo>
                  <a:pt x="2828925" y="0"/>
                </a:lnTo>
                <a:lnTo>
                  <a:pt x="2828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68201" y="3050466"/>
            <a:ext cx="5265184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16481" y="6111010"/>
            <a:ext cx="2647031" cy="42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2"/>
              </a:lnSpc>
              <a:spcBef>
                <a:spcPct val="0"/>
              </a:spcBef>
            </a:pPr>
            <a:r>
              <a:rPr lang="en-US" b="true" sz="2394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Questions?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16481" y="5492036"/>
            <a:ext cx="2496651" cy="42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2"/>
              </a:lnSpc>
              <a:spcBef>
                <a:spcPct val="0"/>
              </a:spcBef>
            </a:pPr>
            <a:r>
              <a:rPr lang="en-US" b="true" sz="2394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BookMart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4483" y="6755785"/>
            <a:ext cx="4433562" cy="84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2"/>
              </a:lnSpc>
              <a:spcBef>
                <a:spcPct val="0"/>
              </a:spcBef>
            </a:pPr>
            <a:r>
              <a:rPr lang="en-US" b="true" sz="2394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School Supplies E-Commerce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DAHTMMKr8Vg</dc:identifier>
  <dcterms:modified xsi:type="dcterms:W3CDTF">2011-08-01T06:04:30Z</dcterms:modified>
  <cp:revision>1</cp:revision>
  <dc:title>BookMart School Supplies E-Commerce Overview</dc:title>
</cp:coreProperties>
</file>